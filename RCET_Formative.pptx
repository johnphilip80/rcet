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9" r:id="rId3"/>
    <p:sldId id="270" r:id="rId4"/>
    <p:sldId id="271" r:id="rId5"/>
    <p:sldId id="272" r:id="rId6"/>
    <p:sldId id="27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2AA7C-8C19-68D4-0BBD-A165A8009B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BA893F-19F7-508C-7EDD-5935FD299A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BF835-7A02-C46C-F21A-7F11E5D1C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65A6-D198-4264-966E-F24D93D0375B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42D5D-BAD8-13E9-9920-6F0633C8B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43399-0769-DA88-A138-C54BCF258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CA09D-3AFA-41B9-85A9-095362284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0750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649EE-E715-4DF6-7882-0D3975CED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60472-8441-5A38-88AA-9D7C5A87D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58797-037A-4D1B-8EFE-99BD1E29D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65A6-D198-4264-966E-F24D93D0375B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2CCB4-52A4-5154-2775-7E733C6F1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01984-5D80-A319-0D1B-FAC6C2E6D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CA09D-3AFA-41B9-85A9-095362284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07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6BADB-2755-1AE9-2923-DC0A6A522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D9DCC-190E-6CBE-7338-606AD10E6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7FA37-3EBB-D064-D014-8275A7F6A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65A6-D198-4264-966E-F24D93D0375B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105C0-D7CA-5C9B-3244-F2AF020B4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D4553-CE07-9ABF-9E47-9DEBC072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CA09D-3AFA-41B9-85A9-095362284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7397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724D3-BF54-BE9A-0B0C-CEFF2B925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CB1D8-447D-EA8F-9815-0029371BE9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D0C1B6-A4BB-A74D-7EF0-848FF2F63F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8393B-DC8D-36FB-585A-D0D747942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65A6-D198-4264-966E-F24D93D0375B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F94933-6856-FFD7-1AC5-A302A924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F448EB-5CBC-C409-3940-B7B5F8DE6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CA09D-3AFA-41B9-85A9-095362284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985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0BAD4-7A42-E2C2-015F-8CEE9FF78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3CCE0-F9B2-1B5C-FD91-EFE66842F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E08FAC-2220-0CE8-2820-28BCE7DC39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4EA6A4-7A00-CDE5-76F6-5F64FB2D4C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D67CB2-A115-AEC6-9E48-36D7DA718A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4E768E-9FC7-CC88-348E-B94AE4CD4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65A6-D198-4264-966E-F24D93D0375B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A54813-6E93-1D29-7AC8-CD8C0138D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089C4A-25E9-7830-73F5-B96B3F538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CA09D-3AFA-41B9-85A9-095362284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957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14F02-0A32-9631-3DAC-D8BA527A6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833677-ED93-6AAE-CF8C-09617A996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65A6-D198-4264-966E-F24D93D0375B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5A9E5D-DA06-23AA-0079-833DD59EB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48AE11-0408-8E48-6ED2-2ED851E78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CA09D-3AFA-41B9-85A9-095362284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338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1660EC-9EA8-A660-EE0E-9463C048F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65A6-D198-4264-966E-F24D93D0375B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55B6E9-1D80-C2A7-ED02-6917FE2D2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C7A5D-DFF3-D3D3-C636-EF57D8791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CA09D-3AFA-41B9-85A9-095362284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201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5B288-169C-D520-7D7A-377E25462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7B2CA-1D28-3FFD-AB36-86C415B3E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73285-5170-20DB-14E3-DCB1702EF6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1CF0CA-541D-1E68-2EA8-AAD77DAE8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65A6-D198-4264-966E-F24D93D0375B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D9F752-BE4F-E889-8157-E2E4A2758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05AC4E-1570-89A5-0776-37A0963B4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CA09D-3AFA-41B9-85A9-095362284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68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9BD55-A12D-22C8-B659-2706C2113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ACB641-BB24-B0F8-5D08-5B40DC41EC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84184D-3C49-8AB2-2346-12D5AA1A0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23749F-18EF-3156-D1C9-42C6547BC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65A6-D198-4264-966E-F24D93D0375B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58AECC-B38F-CCDD-E3AC-97E248C0E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64AE9D-35AD-6D21-1C25-6AF187884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CA09D-3AFA-41B9-85A9-095362284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940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B1BF5-2F67-7376-6CE4-4F1E77022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A61C2A-D518-BBFB-BD8A-6890FE30AA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B373F-9826-C7B9-F4E7-F31BBAC49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65A6-D198-4264-966E-F24D93D0375B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867571-5CB3-5A41-9BC6-09053624C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9F209-26EA-DC0B-4453-9AFFB0344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CA09D-3AFA-41B9-85A9-095362284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0881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C5BB77-D6BF-220E-8BBB-5643AC50D7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424ACE-A0F8-174B-A0E6-C7D6D2A29F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4E259-7F7C-019C-85FE-5C41EEB59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65A6-D198-4264-966E-F24D93D0375B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3F911-BFCC-1E39-F4F6-8D2F53C45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DF2DB-508A-A1DE-C7E1-6CC0806BC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CA09D-3AFA-41B9-85A9-095362284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788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A41A0E-5F26-246F-768A-A56F04A8B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72F4F8-89A8-E88E-59D3-CB9625EF9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49C97-89B9-6544-5AF0-678E0F095C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A565A6-D198-4264-966E-F24D93D0375B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1C566-4F36-0516-76F9-73EB5209C6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AE3A4-4A06-BE6E-5DA9-D3EB8A3B99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DCA09D-3AFA-41B9-85A9-095362284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354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41C6EA-4B2A-BC81-987A-9C577E87C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543607" cy="55630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F0F992-C3BA-E60F-DEA7-C9D2454AB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3607" y="0"/>
            <a:ext cx="3756986" cy="54640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C18DB5-74CB-BBE2-533E-CCC5849796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0718" y="60965"/>
            <a:ext cx="4115157" cy="55021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7672B77-598D-1E5E-44A6-DB9430172BC6}"/>
              </a:ext>
            </a:extLst>
          </p:cNvPr>
          <p:cNvSpPr/>
          <p:nvPr/>
        </p:nvSpPr>
        <p:spPr>
          <a:xfrm>
            <a:off x="0" y="0"/>
            <a:ext cx="973394" cy="48473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93D791-3C8C-DA3A-CD2D-4A10DC4AF72A}"/>
              </a:ext>
            </a:extLst>
          </p:cNvPr>
          <p:cNvSpPr/>
          <p:nvPr/>
        </p:nvSpPr>
        <p:spPr>
          <a:xfrm>
            <a:off x="3543607" y="60965"/>
            <a:ext cx="973394" cy="48473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A6B5F5-F0D4-3F26-1C03-D3F6F1741167}"/>
              </a:ext>
            </a:extLst>
          </p:cNvPr>
          <p:cNvSpPr/>
          <p:nvPr/>
        </p:nvSpPr>
        <p:spPr>
          <a:xfrm>
            <a:off x="7232298" y="60965"/>
            <a:ext cx="973394" cy="48473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661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160A02-68EC-6FCD-4652-C2151A8ED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808" y="251185"/>
            <a:ext cx="3444538" cy="317781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C7E671E-6C66-B2CA-25E0-93DF4EB9DEDB}"/>
              </a:ext>
            </a:extLst>
          </p:cNvPr>
          <p:cNvSpPr/>
          <p:nvPr/>
        </p:nvSpPr>
        <p:spPr>
          <a:xfrm>
            <a:off x="3581021" y="367572"/>
            <a:ext cx="951650" cy="841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41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E4847F-F62E-7C1D-3AA3-5AF5AB673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2" y="0"/>
            <a:ext cx="3063505" cy="55478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BDDD0B-6B9C-9261-867B-98AD564BD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543" y="0"/>
            <a:ext cx="4016088" cy="47324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17435F-BC44-D36D-9793-DA0DA2A66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5267" y="72605"/>
            <a:ext cx="3795089" cy="63784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723D27-0584-C43F-FEC0-325D27E345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0488" y="4889877"/>
            <a:ext cx="3452159" cy="169940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A74B084-198A-93D4-E953-3DF2728E7BA0}"/>
              </a:ext>
            </a:extLst>
          </p:cNvPr>
          <p:cNvSpPr/>
          <p:nvPr/>
        </p:nvSpPr>
        <p:spPr>
          <a:xfrm>
            <a:off x="100402" y="72605"/>
            <a:ext cx="951650" cy="841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8FD6A0-650D-4F64-E114-B5F8D1660687}"/>
              </a:ext>
            </a:extLst>
          </p:cNvPr>
          <p:cNvSpPr/>
          <p:nvPr/>
        </p:nvSpPr>
        <p:spPr>
          <a:xfrm>
            <a:off x="3191984" y="72605"/>
            <a:ext cx="951650" cy="841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4F0C17-76BE-A949-9DE4-0050C54EAE50}"/>
              </a:ext>
            </a:extLst>
          </p:cNvPr>
          <p:cNvSpPr/>
          <p:nvPr/>
        </p:nvSpPr>
        <p:spPr>
          <a:xfrm>
            <a:off x="7307631" y="29496"/>
            <a:ext cx="951650" cy="841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727685-965B-BE8F-4BE0-C256A5E6E52C}"/>
              </a:ext>
            </a:extLst>
          </p:cNvPr>
          <p:cNvSpPr/>
          <p:nvPr/>
        </p:nvSpPr>
        <p:spPr>
          <a:xfrm>
            <a:off x="3667809" y="4897785"/>
            <a:ext cx="951650" cy="841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340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097890-D0A5-9262-3966-0C5F9D769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848433" cy="66756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3C6F70-1F87-6B28-1329-FE4F10C45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1331" y="658762"/>
            <a:ext cx="4785775" cy="54716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2683B0-F35D-FE09-E30B-A7664101E6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1115" y="119448"/>
            <a:ext cx="3772227" cy="598983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D5D1EE9-DB8B-A2BE-D6C5-86D2AD5E2D07}"/>
              </a:ext>
            </a:extLst>
          </p:cNvPr>
          <p:cNvSpPr/>
          <p:nvPr/>
        </p:nvSpPr>
        <p:spPr>
          <a:xfrm>
            <a:off x="0" y="0"/>
            <a:ext cx="894735" cy="28316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15265A-BB16-193E-457C-B9D97DA1284C}"/>
              </a:ext>
            </a:extLst>
          </p:cNvPr>
          <p:cNvSpPr/>
          <p:nvPr/>
        </p:nvSpPr>
        <p:spPr>
          <a:xfrm>
            <a:off x="3221331" y="658762"/>
            <a:ext cx="894735" cy="4768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95A3E3-3128-D827-953B-5A56C2EB607C}"/>
              </a:ext>
            </a:extLst>
          </p:cNvPr>
          <p:cNvSpPr/>
          <p:nvPr/>
        </p:nvSpPr>
        <p:spPr>
          <a:xfrm>
            <a:off x="8241115" y="119448"/>
            <a:ext cx="775066" cy="883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281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43FB92-71A3-FE4A-4C66-FC5B4B7CB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475021" cy="54487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378E27-35D0-37D0-FB72-0C0DA2B10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5021" y="22862"/>
            <a:ext cx="3939881" cy="54259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729123-2D01-648B-B9E5-2E29C321DA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4902" y="53344"/>
            <a:ext cx="3856054" cy="53954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0AAC64-C50C-C03C-E1DD-BE02AFF9C0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9434" y="5211277"/>
            <a:ext cx="2834886" cy="150889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2DA9FB0-634F-5BB7-B313-0EA9EC31189B}"/>
              </a:ext>
            </a:extLst>
          </p:cNvPr>
          <p:cNvSpPr/>
          <p:nvPr/>
        </p:nvSpPr>
        <p:spPr>
          <a:xfrm>
            <a:off x="0" y="53344"/>
            <a:ext cx="921044" cy="48136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4D64F5-5A1C-5E3A-16D4-7B7039D60D3D}"/>
              </a:ext>
            </a:extLst>
          </p:cNvPr>
          <p:cNvSpPr/>
          <p:nvPr/>
        </p:nvSpPr>
        <p:spPr>
          <a:xfrm>
            <a:off x="3475021" y="53344"/>
            <a:ext cx="921044" cy="47349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4DB335-5BF4-9C32-5B88-FE51223BB9A3}"/>
              </a:ext>
            </a:extLst>
          </p:cNvPr>
          <p:cNvSpPr/>
          <p:nvPr/>
        </p:nvSpPr>
        <p:spPr>
          <a:xfrm>
            <a:off x="7414902" y="22862"/>
            <a:ext cx="1031008" cy="47349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75ACC7-EC05-55C4-EDFC-B5A3DC99FB58}"/>
              </a:ext>
            </a:extLst>
          </p:cNvPr>
          <p:cNvSpPr/>
          <p:nvPr/>
        </p:nvSpPr>
        <p:spPr>
          <a:xfrm>
            <a:off x="5799434" y="5142271"/>
            <a:ext cx="866837" cy="10225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9953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6C01A8-6147-AD3D-884D-684E0C354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18" y="84114"/>
            <a:ext cx="4724809" cy="17146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58448A-6B6D-385A-7399-718F0A516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18" y="1798763"/>
            <a:ext cx="3977985" cy="16536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07714F-B7B6-B5F3-768A-DFB048BB0D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52446"/>
            <a:ext cx="4519052" cy="35131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5871E7-E4E5-452B-F435-4DAE11D104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95" y="84114"/>
            <a:ext cx="3848433" cy="490008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ABA2521-683C-E535-B613-4CF3F41B2BB1}"/>
              </a:ext>
            </a:extLst>
          </p:cNvPr>
          <p:cNvSpPr/>
          <p:nvPr/>
        </p:nvSpPr>
        <p:spPr>
          <a:xfrm>
            <a:off x="98323" y="0"/>
            <a:ext cx="865238" cy="63418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745F2B-11CB-EA72-651C-14EEC8D869DC}"/>
              </a:ext>
            </a:extLst>
          </p:cNvPr>
          <p:cNvSpPr/>
          <p:nvPr/>
        </p:nvSpPr>
        <p:spPr>
          <a:xfrm>
            <a:off x="5939695" y="84114"/>
            <a:ext cx="923221" cy="9286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0984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Philip</dc:creator>
  <cp:lastModifiedBy>John Philip</cp:lastModifiedBy>
  <cp:revision>1</cp:revision>
  <dcterms:created xsi:type="dcterms:W3CDTF">2025-10-17T01:56:16Z</dcterms:created>
  <dcterms:modified xsi:type="dcterms:W3CDTF">2025-10-17T01:57:32Z</dcterms:modified>
</cp:coreProperties>
</file>